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73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 CGPA Calculator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detailed application overview with ER diagram, flowchart, code explanation, and deployment environment.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Adexgold is a student CGPA calculator web app built using Python and SQLite.</a:t>
            </a:r>
          </a:p>
          <a:p>
            <a:r>
              <a:t>Secure user onboarding with registration and login pages.</a:t>
            </a:r>
          </a:p>
          <a:p>
            <a:r>
              <a:t>Styled HTML/CSS interface with client-side JavaScript for course entry.</a:t>
            </a:r>
          </a:p>
          <a:p>
            <a:r>
              <a:t>Dynamic CGPA computation based on course units and percentage scores.</a:t>
            </a:r>
          </a:p>
          <a:p>
            <a:r>
              <a:t>Database-backed user storage and sessionless dashboard rendering.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Operating System: Windows</a:t>
            </a:r>
          </a:p>
          <a:p>
            <a:r>
              <a:t>• Python version: 3.13.2</a:t>
            </a:r>
          </a:p>
          <a:p>
            <a:r>
              <a:t>• Virtual environment: .venv inside the project folder</a:t>
            </a:r>
          </a:p>
          <a:p>
            <a:r>
              <a:t>• Key runtime modules: http.server, socketserver, sqlite3, urllib.parse</a:t>
            </a:r>
          </a:p>
          <a:p>
            <a:r>
              <a:t>• Presentation generation dependency: python-pptx</a:t>
            </a:r>
          </a:p>
          <a:p>
            <a:r>
              <a:t>• Database file: database.db</a:t>
            </a:r>
          </a:p>
          <a:p>
            <a:r>
              <a:t>• Launch command: python server.py (or use PORT environment variable for deployments)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Code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server.py initializes SQLite and starts a TCPServer listening for HTTP requests.</a:t>
            </a:r>
          </a:p>
          <a:p>
            <a:r>
              <a:t>2. GET / or /login serves the login page from login.html.</a:t>
            </a:r>
          </a:p>
          <a:p>
            <a:r>
              <a:t>3. GET /signup serves the registration form from signup.html.</a:t>
            </a:r>
          </a:p>
          <a:p>
            <a:r>
              <a:t>4. POST /signup saves user profile data to the users table.</a:t>
            </a:r>
          </a:p>
          <a:p>
            <a:r>
              <a:t>5. POST /login validates credentials and loads calculator.html with user details.</a:t>
            </a:r>
          </a:p>
          <a:p>
            <a:r>
              <a:t>6. POST /calculator calculates CGPA from submitted scores and units, then returns the result on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 Handling &amp; Change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app stores passwords in plaintext in the SQLite database. This works but must be improved for security.</a:t>
            </a:r>
          </a:p>
          <a:p>
            <a:pPr lvl="1"/>
            <a:r>
              <a:t>• Recommended: hash passwords using bcrypt or hashlib before storage.</a:t>
            </a:r>
          </a:p>
          <a:p>
            <a:pPr lvl="1"/>
            <a:r>
              <a:t>• Add a /change-password POST route to verify current password before update.</a:t>
            </a:r>
          </a:p>
          <a:p>
            <a:pPr lvl="1"/>
            <a:r>
              <a:t>• Update the password field only after successful verification and hashing.</a:t>
            </a:r>
          </a:p>
          <a:p>
            <a:pPr lvl="1"/>
            <a:r>
              <a:t>• Keep login checks compatible with hashed password comparison.</a:t>
            </a:r>
          </a:p>
          <a:p>
            <a:r>
              <a:t>Example change-password logic:</a:t>
            </a:r>
          </a:p>
          <a:p>
            <a:pPr lvl="1"/>
            <a:r>
              <a:t>if verify_password(current, stored_hash): update password with new hash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ER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200400" cy="2011680"/>
          </a:xfrm>
          <a:prstGeom prst="roundRect">
            <a:avLst/>
          </a:prstGeom>
          <a:solidFill>
            <a:srgbClr val="0066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User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id (PK)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first_name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middle_name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last_name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department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programme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username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password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3200400" cy="2011680"/>
          </a:xfrm>
          <a:prstGeom prst="roundRect">
            <a:avLst/>
          </a:prstGeom>
          <a:solidFill>
            <a:srgbClr val="9966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Session / Calculation Context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course_title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unit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score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grade_point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total_points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- cgpa_result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4800" y="2194560"/>
            <a:ext cx="1143000" cy="640080"/>
          </a:xfrm>
          <a:prstGeom prst="rightArrow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Application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6400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Open App</a:t>
            </a:r>
          </a:p>
        </p:txBody>
      </p:sp>
      <p:sp>
        <p:nvSpPr>
          <p:cNvPr id="5" name="Down Arrow 4"/>
          <p:cNvSpPr/>
          <p:nvPr/>
        </p:nvSpPr>
        <p:spPr>
          <a:xfrm>
            <a:off x="3840480" y="1920240"/>
            <a:ext cx="548640" cy="73152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solidFill>
            <a:srgbClr val="0099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Register / Login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3840480" y="3383280"/>
            <a:ext cx="548640" cy="73152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4297680"/>
            <a:ext cx="6400800" cy="731520"/>
          </a:xfrm>
          <a:prstGeom prst="rect">
            <a:avLst/>
          </a:prstGeom>
          <a:solidFill>
            <a:srgbClr val="FF99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Enter Courses, Units, Scores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3840480" y="4846320"/>
            <a:ext cx="548640" cy="73152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5760720"/>
            <a:ext cx="6400800" cy="731520"/>
          </a:xfrm>
          <a:prstGeom prst="rect">
            <a:avLst/>
          </a:prstGeom>
          <a:solidFill>
            <a:srgbClr val="66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Compute CGPA &amp; Display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&amp; Deployment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Launch the web app with: python server.py</a:t>
            </a:r>
          </a:p>
          <a:p>
            <a:r>
              <a:t>• Default port: 8000 when PORT is not set.</a:t>
            </a:r>
          </a:p>
          <a:p>
            <a:r>
              <a:t>• For deployment, set PORT environment variable and the app uses it automatically.</a:t>
            </a:r>
          </a:p>
          <a:p>
            <a:r>
              <a:t>• The app creates database.db on first run and stores registered users there.</a:t>
            </a:r>
          </a:p>
          <a:p>
            <a:r>
              <a:t>• Uses local HTML templates: login.html, signup.html, calculator.html.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483</Words>
  <Application>Microsoft Office PowerPoint</Application>
  <PresentationFormat>On-screen Show (4:3)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 CGPA Calculator</vt:lpstr>
      <vt:lpstr>Application Overview</vt:lpstr>
      <vt:lpstr>Environment Used</vt:lpstr>
      <vt:lpstr>How the Code Runs</vt:lpstr>
      <vt:lpstr>Password Handling &amp; Change Workflow</vt:lpstr>
      <vt:lpstr>PowerPoint Presentation</vt:lpstr>
      <vt:lpstr>PowerPoint Presentation</vt:lpstr>
      <vt:lpstr>Execution &amp; Deployment Details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 Gafar Adesope</cp:lastModifiedBy>
  <cp:revision>2</cp:revision>
  <dcterms:created xsi:type="dcterms:W3CDTF">2013-01-27T09:14:16Z</dcterms:created>
  <dcterms:modified xsi:type="dcterms:W3CDTF">2026-05-06T08:57:28Z</dcterms:modified>
  <cp:category/>
</cp:coreProperties>
</file>