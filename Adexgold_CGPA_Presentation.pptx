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Adexgold CGPA 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Web application for student GPA tracking, authentication,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need a fast, secure way to calculate and track their CGPA without manual grade mapping.</a:t>
            </a:r>
          </a:p>
          <a:p>
            <a:pPr lvl="1"/>
            <a:r>
              <a:t>Existing workflows are often error-prone and lack user authentication.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user registration and login</a:t>
            </a:r>
          </a:p>
          <a:p>
            <a:pPr lvl="1"/>
            <a:r>
              <a:t>• Dynamic CGPA calculation based on course units and grades</a:t>
            </a:r>
          </a:p>
          <a:p>
            <a:pPr lvl="1"/>
            <a:r>
              <a:t>• Responsive dashboard with styled HTML/CSS interface</a:t>
            </a:r>
          </a:p>
          <a:p>
            <a:pPr lvl="1"/>
            <a:r>
              <a:t>• SQLite storage for student profiles and credentials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Python with http.server + socketserver</a:t>
            </a:r>
          </a:p>
          <a:p>
            <a:pPr lvl="1"/>
            <a:r>
              <a:t>• Database: SQLite for lightweight persistent storage</a:t>
            </a:r>
          </a:p>
          <a:p>
            <a:pPr lvl="1"/>
            <a:r>
              <a:t>• Frontend: HTML, CSS, JavaScript for form handling and UI</a:t>
            </a:r>
          </a:p>
          <a:p>
            <a:pPr lvl="1"/>
            <a:r>
              <a:t>• Deployment-ready: uses environment PORT support for cloud hosting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Student registers with personal and academic details</a:t>
            </a:r>
          </a:p>
          <a:p>
            <a:pPr lvl="1"/>
            <a:r>
              <a:t>2. Student logs in securely using username and password</a:t>
            </a:r>
          </a:p>
          <a:p>
            <a:pPr lvl="1"/>
            <a:r>
              <a:t>3. Student enters courses, units, and scores</a:t>
            </a:r>
          </a:p>
          <a:p>
            <a:pPr lvl="1"/>
            <a:r>
              <a:t>4. CGPA is computed and displayed on the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CGPA 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Converts percentage scores into grade points using fixed thresholds</a:t>
            </a:r>
          </a:p>
          <a:p>
            <a:pPr lvl="1"/>
            <a:r>
              <a:t>• Calculates total points = grade point × unit</a:t>
            </a:r>
          </a:p>
          <a:p>
            <a:pPr lvl="1"/>
            <a:r>
              <a:t>• Divides total points by total units to generate the CGPA</a:t>
            </a:r>
          </a:p>
          <a:p>
            <a:pPr lvl="1"/>
            <a:r>
              <a:t>• Handles empty or invalid inputs gracefully and prevents zero-division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password hashing and stronger authentication</a:t>
            </a:r>
          </a:p>
          <a:p>
            <a:pPr lvl="1"/>
            <a:r>
              <a:t>• Add course history, semester tracking, and transcript export</a:t>
            </a:r>
          </a:p>
          <a:p>
            <a:pPr lvl="1"/>
            <a:r>
              <a:t>• Improve UX with better validation and mobile responsiveness</a:t>
            </a:r>
          </a:p>
          <a:p>
            <a:pPr lvl="1"/>
            <a:r>
              <a:t>• Support multiple GPA scales and academic sessions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